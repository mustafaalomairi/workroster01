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4572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5A623"/>
                </a:solidFill>
                <a:latin typeface="Calibri"/>
              </a:rPr>
              <a:t>WORKROSTER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06984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A Smart Calendar for Shift Workers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0040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C8CDD3"/>
                </a:solidFill>
                <a:latin typeface="Calibri"/>
              </a:rPr>
              <a:t>Project Report  ·  Version 1.0.1  · 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12648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Calibri"/>
              </a:rPr>
              <a:t>Mobile  ·  iOS  ·  Android  ·  Web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5A623"/>
                </a:solidFill>
                <a:latin typeface="Calibri"/>
              </a:rPr>
              <a:t>WorkRoster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Calibri"/>
              </a:rPr>
              <a:t>SECTION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D1117"/>
                </a:solidFill>
                <a:latin typeface="Calibri"/>
              </a:rPr>
              <a:t>The Problem Before WorkRoster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874519"/>
            <a:ext cx="640080" cy="3810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WorkRoster  ·  Smart Scheduling for Shift Workers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9456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0D1117"/>
                </a:solidFill>
                <a:latin typeface="Calibri"/>
              </a:rPr>
              <a:t>Shift workers had no proper tool to organize their schedules.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926080"/>
            <a:ext cx="10972800" cy="32004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89"/>
              </a:spcAft>
            </a:pPr>
            <a:r>
              <a:rPr sz="1700">
                <a:solidFill>
                  <a:srgbClr val="1F2937"/>
                </a:solidFill>
                <a:latin typeface="Calibri"/>
              </a:rPr>
              <a:t>•  Employees struggled to organize rotating shifts and track holidays.</a:t>
            </a:r>
          </a:p>
          <a:p>
            <a:pPr>
              <a:spcAft>
                <a:spcPts val="489"/>
              </a:spcAft>
            </a:pPr>
            <a:r>
              <a:rPr sz="1700">
                <a:solidFill>
                  <a:srgbClr val="1F2937"/>
                </a:solidFill>
                <a:latin typeface="Calibri"/>
              </a:rPr>
              <a:t>•  Schedules were managed manually using paper rosters or spreadsheets.</a:t>
            </a:r>
          </a:p>
          <a:p>
            <a:pPr>
              <a:spcAft>
                <a:spcPts val="489"/>
              </a:spcAft>
            </a:pPr>
            <a:r>
              <a:rPr sz="1700">
                <a:solidFill>
                  <a:srgbClr val="1F2937"/>
                </a:solidFill>
                <a:latin typeface="Calibri"/>
              </a:rPr>
              <a:t>•  Information was unclear, scattered, and easily out of date.</a:t>
            </a:r>
          </a:p>
          <a:p>
            <a:pPr>
              <a:spcAft>
                <a:spcPts val="489"/>
              </a:spcAft>
            </a:pPr>
            <a:r>
              <a:rPr sz="1700">
                <a:solidFill>
                  <a:srgbClr val="1F2937"/>
                </a:solidFill>
                <a:latin typeface="Calibri"/>
              </a:rPr>
              <a:t>•  Confusion in shift distribution led to missed days and overlap.</a:t>
            </a:r>
          </a:p>
          <a:p>
            <a:pPr>
              <a:spcAft>
                <a:spcPts val="489"/>
              </a:spcAft>
            </a:pPr>
            <a:r>
              <a:rPr sz="1700">
                <a:solidFill>
                  <a:srgbClr val="1F2937"/>
                </a:solidFill>
                <a:latin typeface="Calibri"/>
              </a:rPr>
              <a:t>•  No simple way to share holiday calendars between team members.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5A623"/>
                </a:solidFill>
                <a:latin typeface="Calibri"/>
              </a:rPr>
              <a:t>WorkRoster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Calibri"/>
              </a:rPr>
              <a:t>SECTION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D1117"/>
                </a:solidFill>
                <a:latin typeface="Calibri"/>
              </a:rPr>
              <a:t>Our Solution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874519"/>
            <a:ext cx="640080" cy="3810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WorkRoster  ·  Smart Scheduling for Shift Workers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9456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0D1117"/>
                </a:solidFill>
                <a:latin typeface="Calibri"/>
              </a:rPr>
              <a:t>WorkRoster turns shift management into a smart, automated system.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926080"/>
            <a:ext cx="5394960" cy="265176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926080"/>
            <a:ext cx="109728" cy="265176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10896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D1117"/>
                </a:solidFill>
                <a:latin typeface="Calibri"/>
              </a:rPr>
              <a:t>Set up once, run forever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611880"/>
            <a:ext cx="493776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Calibri"/>
              </a:rPr>
              <a:t>Configure your shift pattern and start date a single time. WorkRoster keeps the calendar up to date automatically — every day, every month, every year.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2926080"/>
            <a:ext cx="5394960" cy="265176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2926080"/>
            <a:ext cx="109728" cy="265176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310896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D1117"/>
                </a:solidFill>
                <a:latin typeface="Calibri"/>
              </a:rPr>
              <a:t>Everything in one place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3611880"/>
            <a:ext cx="493776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Calibri"/>
              </a:rPr>
              <a:t>Shifts, holidays, notes, reminders, and team holiday sharing — all unified inside a clean, bilingual mobile app that works online or fully offline.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5A623"/>
                </a:solidFill>
                <a:latin typeface="Calibri"/>
              </a:rPr>
              <a:t>WorkRoster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Calibri"/>
              </a:rPr>
              <a:t>SECTION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D1117"/>
                </a:solidFill>
                <a:latin typeface="Calibri"/>
              </a:rPr>
              <a:t>How the App Works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874519"/>
            <a:ext cx="640080" cy="3810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WorkRoster  ·  Smart Scheduling for Shift Workers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743200"/>
            <a:ext cx="3611880" cy="320040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22960" y="2926080"/>
            <a:ext cx="640080" cy="64008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b="1" sz="200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703320"/>
            <a:ext cx="3154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D1117"/>
                </a:solidFill>
                <a:latin typeface="Calibri"/>
              </a:rPr>
              <a:t>Enter your shift schedule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160520"/>
            <a:ext cx="315468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Calibri"/>
              </a:rPr>
              <a:t>Add your rotation pattern (morning / evening / night / rest) and choose your start date.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2743200"/>
            <a:ext cx="3611880" cy="320040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572000" y="2926080"/>
            <a:ext cx="640080" cy="64008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b="1" sz="200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3703320"/>
            <a:ext cx="3154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D1117"/>
                </a:solidFill>
                <a:latin typeface="Calibri"/>
              </a:rPr>
              <a:t>The app fills the calendar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4160520"/>
            <a:ext cx="315468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Calibri"/>
              </a:rPr>
              <a:t>Daily and monthly views are generated automatically and updated as time passes.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46720" y="2743200"/>
            <a:ext cx="3611880" cy="320040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321040" y="2926080"/>
            <a:ext cx="640080" cy="64008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b="1" sz="200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3703320"/>
            <a:ext cx="3154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D1117"/>
                </a:solidFill>
                <a:latin typeface="Calibri"/>
              </a:rPr>
              <a:t>Receive smart reminders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4160520"/>
            <a:ext cx="315468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Calibri"/>
              </a:rPr>
              <a:t>Get alerts for upcoming holidays and shift changes — never miss an important day.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5A623"/>
                </a:solidFill>
                <a:latin typeface="Calibri"/>
              </a:rPr>
              <a:t>WorkRoster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Calibri"/>
              </a:rPr>
              <a:t>SECTION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D1117"/>
                </a:solidFill>
                <a:latin typeface="Calibri"/>
              </a:rPr>
              <a:t>Key Features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874519"/>
            <a:ext cx="640080" cy="3810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WorkRoster  ·  Smart Scheduling for Shift Workers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286000"/>
            <a:ext cx="3703320" cy="132588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286000"/>
            <a:ext cx="73152" cy="132588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423160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D1117"/>
                </a:solidFill>
                <a:latin typeface="Calibri"/>
              </a:rPr>
              <a:t>Shift Organization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788920"/>
            <a:ext cx="33375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Calibri"/>
              </a:rPr>
              <a:t>Morning, evening, night and rest shifts — color coded.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43400" y="2286000"/>
            <a:ext cx="3703320" cy="132588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2286000"/>
            <a:ext cx="73152" cy="132588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2423160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D1117"/>
                </a:solidFill>
                <a:latin typeface="Calibri"/>
              </a:rPr>
              <a:t>Daily &amp; Monthly 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788920"/>
            <a:ext cx="33375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Calibri"/>
              </a:rPr>
              <a:t>See your schedule at a glance, any month.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38160" y="2286000"/>
            <a:ext cx="3703320" cy="132588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38160" y="2286000"/>
            <a:ext cx="73152" cy="132588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66760" y="2423160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D1117"/>
                </a:solidFill>
                <a:latin typeface="Calibri"/>
              </a:rPr>
              <a:t>Official Holidays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2788920"/>
            <a:ext cx="33375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Calibri"/>
              </a:rPr>
              <a:t>Add and manage public holidays.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749040"/>
            <a:ext cx="3703320" cy="132588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3749040"/>
            <a:ext cx="73152" cy="132588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3886200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D1117"/>
                </a:solidFill>
                <a:latin typeface="Calibri"/>
              </a:rPr>
              <a:t>Custom Annual Leave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4251960"/>
            <a:ext cx="33375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Calibri"/>
              </a:rPr>
              <a:t>Personalize your own vacation days.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43400" y="3749040"/>
            <a:ext cx="3703320" cy="132588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43400" y="3749040"/>
            <a:ext cx="73152" cy="132588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0" y="3886200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D1117"/>
                </a:solidFill>
                <a:latin typeface="Calibri"/>
              </a:rPr>
              <a:t>Daily Notes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4251960"/>
            <a:ext cx="33375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Calibri"/>
              </a:rPr>
              <a:t>Attach notes to any day.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38160" y="3749040"/>
            <a:ext cx="3703320" cy="132588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138160" y="3749040"/>
            <a:ext cx="73152" cy="132588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66760" y="3886200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D1117"/>
                </a:solidFill>
                <a:latin typeface="Calibri"/>
              </a:rPr>
              <a:t>Smart Reminders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66760" y="4251960"/>
            <a:ext cx="33375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Calibri"/>
              </a:rPr>
              <a:t>Get notified before key dates.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5212080"/>
            <a:ext cx="3703320" cy="132588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48640" y="5212080"/>
            <a:ext cx="73152" cy="132588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7240" y="5349240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D1117"/>
                </a:solidFill>
                <a:latin typeface="Calibri"/>
              </a:rPr>
              <a:t>Simple Interface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5715000"/>
            <a:ext cx="33375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Calibri"/>
              </a:rPr>
              <a:t>Clean design, fast to learn.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343400" y="5212080"/>
            <a:ext cx="3703320" cy="132588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343400" y="5212080"/>
            <a:ext cx="73152" cy="132588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0" y="5349240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D1117"/>
                </a:solidFill>
                <a:latin typeface="Calibri"/>
              </a:rPr>
              <a:t>Custom Themes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0" y="5715000"/>
            <a:ext cx="33375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Calibri"/>
              </a:rPr>
              <a:t>Light, dark, and AI-generated themes.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138160" y="5212080"/>
            <a:ext cx="3703320" cy="132588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138160" y="5212080"/>
            <a:ext cx="73152" cy="132588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366760" y="5349240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D1117"/>
                </a:solidFill>
                <a:latin typeface="Calibri"/>
              </a:rPr>
              <a:t>Powerful Search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66760" y="5715000"/>
            <a:ext cx="33375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Calibri"/>
              </a:rPr>
              <a:t>Find any day, any range, any holiday.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5A623"/>
                </a:solidFill>
                <a:latin typeface="Calibri"/>
              </a:rPr>
              <a:t>WorkRoster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Calibri"/>
              </a:rPr>
              <a:t>FEATURE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D1117"/>
                </a:solidFill>
                <a:latin typeface="Calibri"/>
              </a:rPr>
              <a:t>Feature in Focus — The Calendar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874519"/>
            <a:ext cx="640080" cy="3810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WorkRoster  ·  Smart Scheduling for Shift Workers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194560"/>
            <a:ext cx="6766560" cy="402336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1_calenda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380297"/>
            <a:ext cx="6492240" cy="365188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589520" y="2286000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D1117"/>
                </a:solidFill>
                <a:latin typeface="Calibri"/>
              </a:rPr>
              <a:t>Color-coded daily 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2743200"/>
            <a:ext cx="4206240" cy="32004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560"/>
              </a:spcAft>
            </a:pPr>
            <a:r>
              <a:rPr sz="1200">
                <a:solidFill>
                  <a:srgbClr val="1F2937"/>
                </a:solidFill>
                <a:latin typeface="Calibri"/>
              </a:rPr>
              <a:t>•  Each day is auto-filled with the correct shift.</a:t>
            </a:r>
          </a:p>
          <a:p>
            <a:pPr>
              <a:spcAft>
                <a:spcPts val="560"/>
              </a:spcAft>
            </a:pPr>
            <a:r>
              <a:rPr sz="1200">
                <a:solidFill>
                  <a:srgbClr val="1F2937"/>
                </a:solidFill>
                <a:latin typeface="Calibri"/>
              </a:rPr>
              <a:t>•  Tap any day to see details, add notes or set a reminder.</a:t>
            </a:r>
          </a:p>
          <a:p>
            <a:pPr>
              <a:spcAft>
                <a:spcPts val="560"/>
              </a:spcAft>
            </a:pPr>
            <a:r>
              <a:rPr sz="1200">
                <a:solidFill>
                  <a:srgbClr val="1F2937"/>
                </a:solidFill>
                <a:latin typeface="Calibri"/>
              </a:rPr>
              <a:t>•  Indicators show where notes or holidays exist.</a:t>
            </a:r>
          </a:p>
          <a:p>
            <a:pPr>
              <a:spcAft>
                <a:spcPts val="560"/>
              </a:spcAft>
            </a:pPr>
            <a:r>
              <a:rPr sz="1200">
                <a:solidFill>
                  <a:srgbClr val="1F2937"/>
                </a:solidFill>
                <a:latin typeface="Calibri"/>
              </a:rPr>
              <a:t>•  Adjustable day-number font size for accessibility.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5A623"/>
                </a:solidFill>
                <a:latin typeface="Calibri"/>
              </a:rPr>
              <a:t>WorkRoster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Calibri"/>
              </a:rPr>
              <a:t>FEATURE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D1117"/>
                </a:solidFill>
                <a:latin typeface="Calibri"/>
              </a:rPr>
              <a:t>Feature in Focus — Customize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874519"/>
            <a:ext cx="640080" cy="3810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WorkRoster  ·  Smart Scheduling for Shift Workers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194560"/>
            <a:ext cx="6766560" cy="402336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2_customiz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380297"/>
            <a:ext cx="6492240" cy="365188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589520" y="2286000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D1117"/>
                </a:solidFill>
                <a:latin typeface="Calibri"/>
              </a:rPr>
              <a:t>Make the schedule yours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2743200"/>
            <a:ext cx="4206240" cy="32004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560"/>
              </a:spcAft>
            </a:pPr>
            <a:r>
              <a:rPr sz="1200">
                <a:solidFill>
                  <a:srgbClr val="1F2937"/>
                </a:solidFill>
                <a:latin typeface="Calibri"/>
              </a:rPr>
              <a:t>•  Set your shift start date.</a:t>
            </a:r>
          </a:p>
          <a:p>
            <a:pPr>
              <a:spcAft>
                <a:spcPts val="560"/>
              </a:spcAft>
            </a:pPr>
            <a:r>
              <a:rPr sz="1200">
                <a:solidFill>
                  <a:srgbClr val="1F2937"/>
                </a:solidFill>
                <a:latin typeface="Calibri"/>
              </a:rPr>
              <a:t>•  Choose a Quick Setup preset or build a custom rotation.</a:t>
            </a:r>
          </a:p>
          <a:p>
            <a:pPr>
              <a:spcAft>
                <a:spcPts val="560"/>
              </a:spcAft>
            </a:pPr>
            <a:r>
              <a:rPr sz="1200">
                <a:solidFill>
                  <a:srgbClr val="1F2937"/>
                </a:solidFill>
                <a:latin typeface="Calibri"/>
              </a:rPr>
              <a:t>•  Adjust working hours per shift type.</a:t>
            </a:r>
          </a:p>
          <a:p>
            <a:pPr>
              <a:spcAft>
                <a:spcPts val="560"/>
              </a:spcAft>
            </a:pPr>
            <a:r>
              <a:rPr sz="1200">
                <a:solidFill>
                  <a:srgbClr val="1F2937"/>
                </a:solidFill>
                <a:latin typeface="Calibri"/>
              </a:rPr>
              <a:t>•  Personalize the color of every shift category.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5A623"/>
                </a:solidFill>
                <a:latin typeface="Calibri"/>
              </a:rPr>
              <a:t>WorkRoster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Calibri"/>
              </a:rPr>
              <a:t>FEATURE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D1117"/>
                </a:solidFill>
                <a:latin typeface="Calibri"/>
              </a:rPr>
              <a:t>Feature in Focus — Search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874519"/>
            <a:ext cx="640080" cy="3810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WorkRoster  ·  Smart Scheduling for Shift Workers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194560"/>
            <a:ext cx="6766560" cy="402336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3_search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380297"/>
            <a:ext cx="6492240" cy="365188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589520" y="2286000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D1117"/>
                </a:solidFill>
                <a:latin typeface="Calibri"/>
              </a:rPr>
              <a:t>Find any day instantly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2743200"/>
            <a:ext cx="4206240" cy="32004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560"/>
              </a:spcAft>
            </a:pPr>
            <a:r>
              <a:rPr sz="1200">
                <a:solidFill>
                  <a:srgbClr val="1F2937"/>
                </a:solidFill>
                <a:latin typeface="Calibri"/>
              </a:rPr>
              <a:t>•  Search by a single date — see if it is work or off.</a:t>
            </a:r>
          </a:p>
          <a:p>
            <a:pPr>
              <a:spcAft>
                <a:spcPts val="560"/>
              </a:spcAft>
            </a:pPr>
            <a:r>
              <a:rPr sz="1200">
                <a:solidFill>
                  <a:srgbClr val="1F2937"/>
                </a:solidFill>
                <a:latin typeface="Calibri"/>
              </a:rPr>
              <a:t>•  Search a date range and view every shift inside it.</a:t>
            </a:r>
          </a:p>
          <a:p>
            <a:pPr>
              <a:spcAft>
                <a:spcPts val="560"/>
              </a:spcAft>
            </a:pPr>
            <a:r>
              <a:rPr sz="1200">
                <a:solidFill>
                  <a:srgbClr val="1F2937"/>
                </a:solidFill>
                <a:latin typeface="Calibri"/>
              </a:rPr>
              <a:t>•  Browse all upcoming holidays in one list.</a:t>
            </a:r>
          </a:p>
          <a:p>
            <a:pPr>
              <a:spcAft>
                <a:spcPts val="560"/>
              </a:spcAft>
            </a:pPr>
            <a:r>
              <a:rPr sz="1200">
                <a:solidFill>
                  <a:srgbClr val="1F2937"/>
                </a:solidFill>
                <a:latin typeface="Calibri"/>
              </a:rPr>
              <a:t>•  Tap any result to jump straight to that day.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5A623"/>
                </a:solidFill>
                <a:latin typeface="Calibri"/>
              </a:rPr>
              <a:t>WorkRoster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Calibri"/>
              </a:rPr>
              <a:t>FEATURE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D1117"/>
                </a:solidFill>
                <a:latin typeface="Calibri"/>
              </a:rPr>
              <a:t>Feature in Focus — Themes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874519"/>
            <a:ext cx="640080" cy="3810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WorkRoster  ·  Smart Scheduling for Shift Workers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194560"/>
            <a:ext cx="6766560" cy="402336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4_them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380297"/>
            <a:ext cx="6492240" cy="365188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589520" y="2286000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D1117"/>
                </a:solidFill>
                <a:latin typeface="Calibri"/>
              </a:rPr>
              <a:t>Make it look the way you like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2743200"/>
            <a:ext cx="4206240" cy="32004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560"/>
              </a:spcAft>
            </a:pPr>
            <a:r>
              <a:rPr sz="1200">
                <a:solidFill>
                  <a:srgbClr val="1F2937"/>
                </a:solidFill>
                <a:latin typeface="Calibri"/>
              </a:rPr>
              <a:t>•  Three premium built-in themes.</a:t>
            </a:r>
          </a:p>
          <a:p>
            <a:pPr>
              <a:spcAft>
                <a:spcPts val="560"/>
              </a:spcAft>
            </a:pPr>
            <a:r>
              <a:rPr sz="1200">
                <a:solidFill>
                  <a:srgbClr val="1F2937"/>
                </a:solidFill>
                <a:latin typeface="Calibri"/>
              </a:rPr>
              <a:t>•  Generate unlimited AI themes — describe a vibe, get a palette.</a:t>
            </a:r>
          </a:p>
          <a:p>
            <a:pPr>
              <a:spcAft>
                <a:spcPts val="560"/>
              </a:spcAft>
            </a:pPr>
            <a:r>
              <a:rPr sz="1200">
                <a:solidFill>
                  <a:srgbClr val="1F2937"/>
                </a:solidFill>
                <a:latin typeface="Calibri"/>
              </a:rPr>
              <a:t>•  Light and dark mode supported throughout.</a:t>
            </a:r>
          </a:p>
          <a:p>
            <a:pPr>
              <a:spcAft>
                <a:spcPts val="560"/>
              </a:spcAft>
            </a:pPr>
            <a:r>
              <a:rPr sz="1200">
                <a:solidFill>
                  <a:srgbClr val="1F2937"/>
                </a:solidFill>
                <a:latin typeface="Calibri"/>
              </a:rPr>
              <a:t>•  Themes apply instantly to the whole calendar.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5A623"/>
                </a:solidFill>
                <a:latin typeface="Calibri"/>
              </a:rPr>
              <a:t>WorkRoster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Calibri"/>
              </a:rPr>
              <a:t>FEATURE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D1117"/>
                </a:solidFill>
                <a:latin typeface="Calibri"/>
              </a:rPr>
              <a:t>Feature in Focus — Settings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874519"/>
            <a:ext cx="640080" cy="3810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WorkRoster  ·  Smart Scheduling for Shift Workers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194560"/>
            <a:ext cx="6766560" cy="402336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5_setting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380297"/>
            <a:ext cx="6492240" cy="365188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589520" y="2286000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D1117"/>
                </a:solidFill>
                <a:latin typeface="Calibri"/>
              </a:rPr>
              <a:t>Personal &amp; accessibility controls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2743200"/>
            <a:ext cx="4206240" cy="32004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560"/>
              </a:spcAft>
            </a:pPr>
            <a:r>
              <a:rPr sz="1200">
                <a:solidFill>
                  <a:srgbClr val="1F2937"/>
                </a:solidFill>
                <a:latin typeface="Calibri"/>
              </a:rPr>
              <a:t>•  Switch between Arabic and English.</a:t>
            </a:r>
          </a:p>
          <a:p>
            <a:pPr>
              <a:spcAft>
                <a:spcPts val="560"/>
              </a:spcAft>
            </a:pPr>
            <a:r>
              <a:rPr sz="1200">
                <a:solidFill>
                  <a:srgbClr val="1F2937"/>
                </a:solidFill>
                <a:latin typeface="Calibri"/>
              </a:rPr>
              <a:t>•  Light or dark appearance.</a:t>
            </a:r>
          </a:p>
          <a:p>
            <a:pPr>
              <a:spcAft>
                <a:spcPts val="560"/>
              </a:spcAft>
            </a:pPr>
            <a:r>
              <a:rPr sz="1200">
                <a:solidFill>
                  <a:srgbClr val="1F2937"/>
                </a:solidFill>
                <a:latin typeface="Calibri"/>
              </a:rPr>
              <a:t>•  Calendar number font size — Small to X-Large.</a:t>
            </a:r>
          </a:p>
          <a:p>
            <a:pPr>
              <a:spcAft>
                <a:spcPts val="560"/>
              </a:spcAft>
            </a:pPr>
            <a:r>
              <a:rPr sz="1200">
                <a:solidFill>
                  <a:srgbClr val="1F2937"/>
                </a:solidFill>
                <a:latin typeface="Calibri"/>
              </a:rPr>
              <a:t>•  Enable or mute interactive sounds.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5A623"/>
                </a:solidFill>
                <a:latin typeface="Calibri"/>
              </a:rPr>
              <a:t>WorkRoster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Calibri"/>
              </a:rPr>
              <a:t>SECTION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D1117"/>
                </a:solidFill>
                <a:latin typeface="Calibri"/>
              </a:rPr>
              <a:t>How to Use the App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874519"/>
            <a:ext cx="640080" cy="3810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WorkRoster  ·  Smart Scheduling for Shift Workers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2240280"/>
            <a:ext cx="502920" cy="50292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b="1" sz="110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2402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D1117"/>
                </a:solidFill>
                <a:latin typeface="Calibri"/>
              </a:rPr>
              <a:t>Open the app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56032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Calibri"/>
              </a:rPr>
              <a:t>No signup required. The app is fully usable offline.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017520"/>
            <a:ext cx="502920" cy="50292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b="1" sz="110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0175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D1117"/>
                </a:solidFill>
                <a:latin typeface="Calibri"/>
              </a:rPr>
              <a:t>Configure your shift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33756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Calibri"/>
              </a:rPr>
              <a:t>Open Customize, pick a Quick Setup preset or build your own pattern, and set your start date.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3794760"/>
            <a:ext cx="502920" cy="50292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b="1" sz="110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7947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D1117"/>
                </a:solidFill>
                <a:latin typeface="Calibri"/>
              </a:rPr>
              <a:t>View your calendar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1148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Calibri"/>
              </a:rPr>
              <a:t>Return to the home screen — your shifts are filled in for every month, past and future.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4572000"/>
            <a:ext cx="502920" cy="50292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b="1" sz="110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5720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D1117"/>
                </a:solidFill>
                <a:latin typeface="Calibri"/>
              </a:rPr>
              <a:t>Add notes &amp; reminders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89204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Calibri"/>
              </a:rPr>
              <a:t>Tap any day to view its shift, add personal notes, or set reminders.</a:t>
            </a:r>
          </a:p>
        </p:txBody>
      </p:sp>
      <p:sp>
        <p:nvSpPr>
          <p:cNvPr id="20" name="Oval 19"/>
          <p:cNvSpPr/>
          <p:nvPr/>
        </p:nvSpPr>
        <p:spPr>
          <a:xfrm>
            <a:off x="640080" y="5349240"/>
            <a:ext cx="502920" cy="50292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b="1" sz="110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534924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D1117"/>
                </a:solidFill>
                <a:latin typeface="Calibri"/>
              </a:rPr>
              <a:t>Sync across devices  (optional)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566928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Calibri"/>
              </a:rPr>
              <a:t>Create a free account in Account to back up data and sync between phones.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5A623"/>
                </a:solidFill>
                <a:latin typeface="Calibri"/>
              </a:rPr>
              <a:t>WorkRoster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Calibri"/>
              </a:rPr>
              <a:t>SECTION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D1117"/>
                </a:solidFill>
                <a:latin typeface="Calibri"/>
              </a:rPr>
              <a:t>What's Next — Future Roadmap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874519"/>
            <a:ext cx="640080" cy="3810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WorkRoster  ·  Smart Scheduling for Shift Workers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9456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0D1117"/>
                </a:solidFill>
                <a:latin typeface="Calibri"/>
              </a:rPr>
              <a:t>Coming soon: Team Lead module.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7432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Calibri"/>
              </a:rPr>
              <a:t>Built for managers and team leaders, with the same simple experience.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383280"/>
            <a:ext cx="11064240" cy="64008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3383280"/>
            <a:ext cx="91440" cy="64008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47472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D1117"/>
                </a:solidFill>
                <a:latin typeface="Calibri"/>
              </a:rPr>
              <a:t>View team schedules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3493008"/>
            <a:ext cx="6766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Calibri"/>
              </a:rPr>
              <a:t>See the full roster of every team member at a glance.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096512"/>
            <a:ext cx="11064240" cy="64008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4096512"/>
            <a:ext cx="91440" cy="64008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187952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D1117"/>
                </a:solidFill>
                <a:latin typeface="Calibri"/>
              </a:rPr>
              <a:t>Plan in advance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4206240"/>
            <a:ext cx="6766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Calibri"/>
              </a:rPr>
              <a:t>Adjust shifts and balance coverage weeks ahead.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809744"/>
            <a:ext cx="11064240" cy="64008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4809744"/>
            <a:ext cx="91440" cy="64008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901184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D1117"/>
                </a:solidFill>
                <a:latin typeface="Calibri"/>
              </a:rPr>
              <a:t>Coverage alerts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63440" y="4919472"/>
            <a:ext cx="6766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Calibri"/>
              </a:rPr>
              <a:t>Receive automatic warnings when a shift is understaffed.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5522976"/>
            <a:ext cx="11064240" cy="64008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5522976"/>
            <a:ext cx="91440" cy="64008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5614416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D1117"/>
                </a:solidFill>
                <a:latin typeface="Calibri"/>
              </a:rPr>
              <a:t>Monthly reports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40" y="5632704"/>
            <a:ext cx="6766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Calibri"/>
              </a:rPr>
              <a:t>Generate clear monthly attendance and shift reports.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5A623"/>
                </a:solidFill>
                <a:latin typeface="Calibri"/>
              </a:rPr>
              <a:t>WorkRoster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Calibri"/>
              </a:rPr>
              <a:t>SECTION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D1117"/>
                </a:solidFill>
                <a:latin typeface="Calibri"/>
              </a:rPr>
              <a:t>Summary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874519"/>
            <a:ext cx="640080" cy="3810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WorkRoster  ·  Smart Scheduling for Shift Workers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774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0D1117"/>
                </a:solidFill>
                <a:latin typeface="Calibri"/>
              </a:rPr>
              <a:t>WorkRoster turns shift management from a complicated task</a:t>
            </a:r>
          </a:p>
          <a:p>
            <a:pPr algn="l"/>
            <a:r>
              <a:rPr sz="2400" b="1">
                <a:solidFill>
                  <a:srgbClr val="0D1117"/>
                </a:solidFill>
                <a:latin typeface="Calibri"/>
              </a:rPr>
              <a:t>into a smart, automated system.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4114800"/>
            <a:ext cx="3611880" cy="18288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4297680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5A623"/>
                </a:solidFill>
                <a:latin typeface="Calibri"/>
              </a:rPr>
              <a:t>Boosts efficiency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754880"/>
            <a:ext cx="33832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Calibri"/>
              </a:rPr>
              <a:t>Removes manual scheduling and reduces day-to-day errors.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4114800"/>
            <a:ext cx="3611880" cy="18288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4297680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5A623"/>
                </a:solidFill>
                <a:latin typeface="Calibri"/>
              </a:rPr>
              <a:t>Supports planning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4754880"/>
            <a:ext cx="33832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Calibri"/>
              </a:rPr>
              <a:t>Lets workers and teams plan ahead with full visibility.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20" y="4114800"/>
            <a:ext cx="3611880" cy="18288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20" y="4297680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5A623"/>
                </a:solidFill>
                <a:latin typeface="Calibri"/>
              </a:rPr>
              <a:t>Stays simple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4754880"/>
            <a:ext cx="33832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Calibri"/>
              </a:rPr>
              <a:t>A clean, bilingual interface anyone can use in minutes.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5A623"/>
                </a:solidFill>
                <a:latin typeface="Calibri"/>
              </a:rPr>
              <a:t>WorkRoster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Calibri"/>
              </a:rPr>
              <a:t>SECTION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D1117"/>
                </a:solidFill>
                <a:latin typeface="Calibri"/>
              </a:rPr>
              <a:t>Availability &amp; Reach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874519"/>
            <a:ext cx="640080" cy="3810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WorkRoster  ·  Smart Scheduling for Shift Workers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28600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0D1117"/>
                </a:solidFill>
                <a:latin typeface="Calibri"/>
              </a:rPr>
              <a:t>Ready to download on every major platform.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200400"/>
            <a:ext cx="3611880" cy="219456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3200400"/>
            <a:ext cx="3611880" cy="4572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291840"/>
            <a:ext cx="3611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Apple App Store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840480"/>
            <a:ext cx="31089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Calibri"/>
              </a:rPr>
              <a:t>iPhone &amp; iPad. Submission in progress for v1.0.1.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0" y="3200400"/>
            <a:ext cx="3611880" cy="219456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7680" y="3200400"/>
            <a:ext cx="3611880" cy="4572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97680" y="3291840"/>
            <a:ext cx="3611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Google Play Store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3840480"/>
            <a:ext cx="31089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Calibri"/>
              </a:rPr>
              <a:t>Android phones and tablets.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6720" y="3200400"/>
            <a:ext cx="3611880" cy="219456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46720" y="3200400"/>
            <a:ext cx="3611880" cy="4572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0" y="3291840"/>
            <a:ext cx="3611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Web App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3840480"/>
            <a:ext cx="31089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Calibri"/>
              </a:rPr>
              <a:t>Run instantly in any modern browser — no install needed.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66928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6B7280"/>
                </a:solidFill>
                <a:latin typeface="Calibri"/>
              </a:rPr>
              <a:t>Already field-tested across multiple shift systems and companies — proving its flexibility and reliability.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657600"/>
            <a:ext cx="12191695" cy="4572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6984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0" b="1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0">
                <a:solidFill>
                  <a:srgbClr val="F5A623"/>
                </a:solidFill>
                <a:latin typeface="Calibri"/>
              </a:rPr>
              <a:t>WorkRoster — Your shifts, simplified.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572000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C8CDD3"/>
                </a:solidFill>
                <a:latin typeface="Calibri"/>
              </a:rPr>
              <a:t>Questions? We're happy to walk you through any part of the app.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